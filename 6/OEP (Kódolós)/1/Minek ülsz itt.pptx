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8A2F52-B6F4-BE2A-E025-04B0D30AC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A0E2A79-C379-6A37-3920-113BE06BDF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8C2468F-9E45-3A82-70AF-3DF4D7622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912A-9298-4C2A-99F9-F426C0532B73}" type="datetimeFigureOut">
              <a:rPr lang="hu-HU" smtClean="0"/>
              <a:t>2025. 02. 10.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4E63779-B685-0B6D-F7D5-2B4F7A489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21AE9F2-B5EF-8FA6-67B7-B4BCF4E7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4981-4D78-4727-8FFD-1749814FC0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47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D1861A-4556-D805-115C-28CB54095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CADB4FB-BC40-CE2A-015E-E1F4F9BB1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1D07CDB-7514-2354-ED00-438E1FB3B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912A-9298-4C2A-99F9-F426C0532B73}" type="datetimeFigureOut">
              <a:rPr lang="hu-HU" smtClean="0"/>
              <a:t>2025. 02. 10.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2FE6514-2855-41F5-85B4-BF0863986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1A45103-C016-059C-E631-372787945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4981-4D78-4727-8FFD-1749814FC0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5763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8BC050-F84C-FB60-96EA-92BA9D1B1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1656D99-1051-59F0-F19F-F4B2213A2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CDC073D-105D-370A-8903-27C6A2646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912A-9298-4C2A-99F9-F426C0532B73}" type="datetimeFigureOut">
              <a:rPr lang="hu-HU" smtClean="0"/>
              <a:t>2025. 02. 10.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B4FFE03-E597-79BB-09B5-B1E0F466F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E440781-7386-07E4-9EDF-07069161A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4981-4D78-4727-8FFD-1749814FC0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8342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A953D1-6088-AB8A-0748-26C4E422D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B990EF2-2156-7ECC-F322-D65E38F18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C08C245-DAFB-4901-3F1E-E8332A9B1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AD778AD-D570-7F76-5FB3-DA63236E0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912A-9298-4C2A-99F9-F426C0532B73}" type="datetimeFigureOut">
              <a:rPr lang="hu-HU" smtClean="0"/>
              <a:t>2025. 02. 10.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FBDB725-2EEA-C93A-4C49-906D055A3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8016590-BCFB-3D1C-1A12-7AC0845C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4981-4D78-4727-8FFD-1749814FC0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2133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C3F6D8-29EE-C036-344B-85E40797D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D2B3E7E-ACBD-6147-0E1B-4924FD97D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413118A-E4D1-45C7-B276-B217719CE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405E122-FEA9-B590-9574-9B829EDED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525532F-50A8-C9C1-9ADE-D1E48C009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0C989D99-E92A-EBF5-93C6-5D58A14C4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912A-9298-4C2A-99F9-F426C0532B73}" type="datetimeFigureOut">
              <a:rPr lang="hu-HU" smtClean="0"/>
              <a:t>2025. 02. 10.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07174296-4358-2C2E-283F-20C500753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B0BFF431-BBDF-1C38-268F-81D0049D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4981-4D78-4727-8FFD-1749814FC0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1055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C992C74-E6A0-3C4A-B6FB-D0254C664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CBC88D7-5D4A-0CF5-4886-3CE936DB0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912A-9298-4C2A-99F9-F426C0532B73}" type="datetimeFigureOut">
              <a:rPr lang="hu-HU" smtClean="0"/>
              <a:t>2025. 02. 10.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6A1F0EC-FD65-7339-6649-8CA3E272F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647EDF8-D6BB-3D5E-5509-38A29239E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4981-4D78-4727-8FFD-1749814FC0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8359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56CBDDA5-40E5-B7F5-CB64-663072E2A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912A-9298-4C2A-99F9-F426C0532B73}" type="datetimeFigureOut">
              <a:rPr lang="hu-HU" smtClean="0"/>
              <a:t>2025. 02. 10.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672BE07-082B-4653-E452-FF6C50341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1AD867D-9E0A-FAAF-F53D-7CBB8C77F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4981-4D78-4727-8FFD-1749814FC0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3127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DE73DD9-6CD7-EA53-AF9A-49D763C0D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5DB5702-4D7C-0C9E-FF54-470C959C6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F4949AB-7EE1-6C3F-1796-95C0B67CB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ED78BB4-6B13-4873-9264-39B717ED1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912A-9298-4C2A-99F9-F426C0532B73}" type="datetimeFigureOut">
              <a:rPr lang="hu-HU" smtClean="0"/>
              <a:t>2025. 02. 10.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A2D591-A23F-5EBD-F57D-8CCD54CA9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A5D5F31-8B6F-3A95-34E2-87883C3F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4981-4D78-4727-8FFD-1749814FC0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3320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FD50A2-DC7E-0983-8022-E9E7A37C4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76E80E10-D423-C088-E41E-47AA74C63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191AB19-B48F-458E-B3AF-37896DF90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40C1370-1E35-3BF5-A531-7976A21BD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912A-9298-4C2A-99F9-F426C0532B73}" type="datetimeFigureOut">
              <a:rPr lang="hu-HU" smtClean="0"/>
              <a:t>2025. 02. 10.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830B2D9-4858-2854-1D66-6D5352DE1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742A4C2-4C19-5C8E-A89A-D0365BAFF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4981-4D78-4727-8FFD-1749814FC0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866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2FF112-534F-7B93-2FB0-CA184F7AA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EDE3FD9-50C8-C003-F905-128310380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B66EB09-8B10-5D43-3583-69521B04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912A-9298-4C2A-99F9-F426C0532B73}" type="datetimeFigureOut">
              <a:rPr lang="hu-HU" smtClean="0"/>
              <a:t>2025. 02. 10.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8950138-41EF-AB06-E6FE-F0D2A226A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42C7DBC-826D-4F08-7333-59A599AE9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4981-4D78-4727-8FFD-1749814FC0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947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735B805D-9477-6E89-D5F6-6386270F8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4FB6163-208F-6890-847D-CFB87461A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B431A74-1904-3511-AE9C-65F2E4DAB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912A-9298-4C2A-99F9-F426C0532B73}" type="datetimeFigureOut">
              <a:rPr lang="hu-HU" smtClean="0"/>
              <a:t>2025. 02. 10.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2F2C8BF-8D7D-A4CD-F726-5D3B0D866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99BB418-7720-CBDB-6BFB-2814BE2E0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4981-4D78-4727-8FFD-1749814FC0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4119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0D2DF2FF-E2A9-798C-936D-F6DC75423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6C6893F-4B76-9045-FE87-EAFB2779E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9DDD091-B4F1-42AE-3E1A-2525EDA17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6912A-9298-4C2A-99F9-F426C0532B73}" type="datetimeFigureOut">
              <a:rPr lang="hu-HU" smtClean="0"/>
              <a:t>2025. 02. 10.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215B8EB-907D-B7F1-F687-DA58C583A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A196D0C-59D8-2246-4C52-D78DCA567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14981-4D78-4727-8FFD-1749814FC0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9924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anvas.elte.hu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25D9A0-861A-6041-7CEA-937CEB65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Minek ülsz itt?</a:t>
            </a: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7414FF41-258A-17FF-5BC6-7BD68EB62061}"/>
              </a:ext>
            </a:extLst>
          </p:cNvPr>
          <p:cNvSpPr/>
          <p:nvPr/>
        </p:nvSpPr>
        <p:spPr>
          <a:xfrm>
            <a:off x="3561080" y="2923030"/>
            <a:ext cx="2020824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/>
              <a:t>OEP</a:t>
            </a:r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0444615F-B548-71FB-87E1-E97E3E1092E8}"/>
              </a:ext>
            </a:extLst>
          </p:cNvPr>
          <p:cNvSpPr/>
          <p:nvPr/>
        </p:nvSpPr>
        <p:spPr>
          <a:xfrm>
            <a:off x="6610096" y="2923030"/>
            <a:ext cx="2020824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/>
              <a:t>EVA</a:t>
            </a:r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D68AE582-77B3-1FA2-1976-C58DE9B8469E}"/>
              </a:ext>
            </a:extLst>
          </p:cNvPr>
          <p:cNvSpPr/>
          <p:nvPr/>
        </p:nvSpPr>
        <p:spPr>
          <a:xfrm>
            <a:off x="512064" y="2923031"/>
            <a:ext cx="2020824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 err="1"/>
              <a:t>Progalap</a:t>
            </a:r>
            <a:endParaRPr lang="hu-HU" sz="3200" dirty="0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33C8213C-F604-11DF-FAB8-3C033B0ADDF6}"/>
              </a:ext>
            </a:extLst>
          </p:cNvPr>
          <p:cNvSpPr/>
          <p:nvPr/>
        </p:nvSpPr>
        <p:spPr>
          <a:xfrm>
            <a:off x="9659112" y="2923030"/>
            <a:ext cx="2020824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 err="1"/>
              <a:t>SzoftTech</a:t>
            </a:r>
            <a:endParaRPr lang="hu-HU" sz="3200" dirty="0"/>
          </a:p>
        </p:txBody>
      </p:sp>
      <p:sp>
        <p:nvSpPr>
          <p:cNvPr id="9" name="Nyíl: jobbra mutató 8">
            <a:extLst>
              <a:ext uri="{FF2B5EF4-FFF2-40B4-BE49-F238E27FC236}">
                <a16:creationId xmlns:a16="http://schemas.microsoft.com/office/drawing/2014/main" id="{36C8A031-3596-8DC7-0D05-D87D1E292110}"/>
              </a:ext>
            </a:extLst>
          </p:cNvPr>
          <p:cNvSpPr/>
          <p:nvPr/>
        </p:nvSpPr>
        <p:spPr>
          <a:xfrm>
            <a:off x="2772664" y="3445442"/>
            <a:ext cx="548640" cy="2468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Nyíl: jobbra mutató 9">
            <a:extLst>
              <a:ext uri="{FF2B5EF4-FFF2-40B4-BE49-F238E27FC236}">
                <a16:creationId xmlns:a16="http://schemas.microsoft.com/office/drawing/2014/main" id="{94AC0E79-440D-9F3C-6F45-FA27C9DBE831}"/>
              </a:ext>
            </a:extLst>
          </p:cNvPr>
          <p:cNvSpPr/>
          <p:nvPr/>
        </p:nvSpPr>
        <p:spPr>
          <a:xfrm>
            <a:off x="5821680" y="3463729"/>
            <a:ext cx="548640" cy="2468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Nyíl: jobbra mutató 10">
            <a:extLst>
              <a:ext uri="{FF2B5EF4-FFF2-40B4-BE49-F238E27FC236}">
                <a16:creationId xmlns:a16="http://schemas.microsoft.com/office/drawing/2014/main" id="{A8DEA2EE-9E47-9A60-CB8B-DBFB29927BB3}"/>
              </a:ext>
            </a:extLst>
          </p:cNvPr>
          <p:cNvSpPr/>
          <p:nvPr/>
        </p:nvSpPr>
        <p:spPr>
          <a:xfrm>
            <a:off x="8870696" y="3462367"/>
            <a:ext cx="548640" cy="2468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739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4576CA9-7032-CA29-AAF3-047F14790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 várható a tárgyon?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9E53FC-45D5-0285-9892-F9F1CF002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C# nyelv szívének-lelkének elsajátítása (remélhetőleg)</a:t>
            </a:r>
          </a:p>
          <a:p>
            <a:r>
              <a:rPr lang="hu-HU" dirty="0"/>
              <a:t>Objektumorientált programozás</a:t>
            </a:r>
          </a:p>
          <a:p>
            <a:r>
              <a:rPr lang="hu-HU" dirty="0"/>
              <a:t>Tervminták használata</a:t>
            </a:r>
          </a:p>
        </p:txBody>
      </p:sp>
    </p:spTree>
    <p:extLst>
      <p:ext uri="{BB962C8B-B14F-4D97-AF65-F5344CB8AC3E}">
        <p14:creationId xmlns:p14="http://schemas.microsoft.com/office/powerpoint/2010/main" val="3790723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ACE5584-6B0B-EDA2-02F0-593BF6C8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Mik a tárgykövetelmények?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2252A88E-4ECB-0AD9-6012-20F509D4CFCF}"/>
              </a:ext>
            </a:extLst>
          </p:cNvPr>
          <p:cNvSpPr txBox="1"/>
          <p:nvPr/>
        </p:nvSpPr>
        <p:spPr>
          <a:xfrm>
            <a:off x="4215384" y="2367171"/>
            <a:ext cx="459028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600" dirty="0"/>
              <a:t>Nyissunk </a:t>
            </a:r>
            <a:r>
              <a:rPr lang="hu-HU" sz="6600" dirty="0" err="1"/>
              <a:t>Canvas</a:t>
            </a:r>
            <a:r>
              <a:rPr lang="hu-HU" sz="6600" dirty="0"/>
              <a:t>-t!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D2DF547E-E4E8-34A8-C408-40AC275F5BA3}"/>
              </a:ext>
            </a:extLst>
          </p:cNvPr>
          <p:cNvSpPr txBox="1"/>
          <p:nvPr/>
        </p:nvSpPr>
        <p:spPr>
          <a:xfrm>
            <a:off x="4862322" y="5321808"/>
            <a:ext cx="2467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hlinkClick r:id="rId2"/>
              </a:rPr>
              <a:t>https://canvas.elte.hu/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63182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40</Words>
  <Application>Microsoft Office PowerPoint</Application>
  <PresentationFormat>Szélesvásznú</PresentationFormat>
  <Paragraphs>12</Paragraphs>
  <Slides>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Office-téma</vt:lpstr>
      <vt:lpstr>Minek ülsz itt?</vt:lpstr>
      <vt:lpstr>Mi várható a tárgyon?</vt:lpstr>
      <vt:lpstr>Mik a tárgykövetelmények?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Trefiman Viktor Ádám</dc:creator>
  <cp:lastModifiedBy>Trefiman Viktor Ádám</cp:lastModifiedBy>
  <cp:revision>1</cp:revision>
  <dcterms:created xsi:type="dcterms:W3CDTF">2025-02-10T19:43:48Z</dcterms:created>
  <dcterms:modified xsi:type="dcterms:W3CDTF">2025-02-10T20:43:09Z</dcterms:modified>
</cp:coreProperties>
</file>